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CFFA-9CB2-483D-0CF3-EC1710301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68A01-C6D3-7DDA-197F-08B7FD522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CE20C-3752-A385-E7B8-C8880932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5070E-BD05-8AA4-C452-8FCBC0968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C60D2-351B-0A4C-5295-0023A5B1C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51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0ED5-34B5-6F98-4AC0-D983D225C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92C58-E596-8510-D479-1B9FE4A97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40FD3-5A70-A7FE-B24D-5C7D001D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558C5-CBFD-B826-320E-F973910E0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EF8A-C692-4419-BD74-2ED6911A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1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7ED00-17F0-826F-764D-3780FF88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1D00B-1B02-4129-C890-15661825E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0491-2DA2-6767-A813-7BEE6BEC3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1D364-4F82-F88D-F428-72128553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828CE-B44A-770D-8C92-D8168388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2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0643-77E7-2829-EFA1-CCBCDA4A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F9E46-A69A-F69A-80FC-9808D80A6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6D196-C3CC-E516-8DB1-40AA4C91F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E7840-A9FC-245F-4FA8-78BE1B8A5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1FEA8-D74B-1252-E1CE-7220F8C4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E728F-A829-F760-2A2F-003E0096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2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5B5CC-81AD-BDE2-6AAA-AF62A0053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B1E5E-CD8A-06EF-3E53-4F19053BE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442B9-A6DD-6A5D-20B0-601EDC6A7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9B7084-B9D4-44A5-C776-9E042A21B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873AC-6BF5-30B5-E700-63823AA63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F58D2-17F6-AA12-FF3D-DCD91A7A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CA5BB0-F7E5-E653-A555-0030C502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51CBD-25E5-6E54-537E-26DD202B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47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8330-28C8-A36B-FB97-9447AF6B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4D2C16-504C-FAEE-D0DF-BE0A5285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11E97-E5D3-639E-E061-B61E6B6F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25678-3904-822C-6FA3-D9588E8A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5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9EF71-A868-3DAB-DEA6-6F673323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049A4-0916-F33B-E4B5-6459E46A9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7DBC7-129B-731A-8ABB-EB5FE4596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59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69E56-DB93-78CE-6E0F-28A589584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240A-2170-7760-E8A5-B634E519E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66F93-9556-3F47-675C-F2CBCFF75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9977D-D16D-9760-0A94-3B6456F19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FF3FE-11B8-ECF0-86F8-9FB3C0FB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4228-4D1C-4D70-E639-D6AD7489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0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832E-BB92-00D5-8057-8C3D63F6C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F9623-FE71-F6E0-50D5-C565A643E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C25CA-7BC9-621E-638B-CD8BC2679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A308-65A7-6161-34CE-48883CE96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C5C23-585D-0E40-5BAA-82DFC428A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080A1-6B72-5311-E394-AB046F8C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31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B59DE-CC90-484E-CF40-8CDB501E0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52174-2027-2876-0EBB-CC71620F7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3B6F3-F5A9-5260-50E4-EF7E66704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E70ED-F05E-9FD2-51F0-CDCB456F3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6D155-39F4-B2E9-F9C3-B843D5B2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9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37B8C-1669-7D48-ADFC-AE467C219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7BB5A-98C3-7CC3-1874-A1B073169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CDBC6-19B1-9016-1CDA-5DC5070D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7FBC3-2EED-20F0-6E39-28691DFB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690BF-511E-4A0F-7808-B6A77662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0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244C0-C8F1-E375-C722-75AED4028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66A19-DBC8-7C38-81C2-F1A12B526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A0C6F-CF7E-69F2-67F3-7653C15C5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61D0E-13B9-4140-BEC5-3C5E6B49CAE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102EA-EB90-56CE-7904-B2FA106FA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18B68-B56B-193B-C195-C7BF98C3C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D0CEB-A592-9C49-AF76-E48CA8512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11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D4AB543-6EC9-697F-7232-E9136AB5F8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12188762" cy="6859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5B68D9-DFCE-6794-55D8-4AA2D7AAF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216" y="1277956"/>
            <a:ext cx="10664328" cy="1765453"/>
          </a:xfrm>
        </p:spPr>
        <p:txBody>
          <a:bodyPr>
            <a:normAutofit fontScale="90000"/>
          </a:bodyPr>
          <a:lstStyle/>
          <a:p>
            <a:r>
              <a:rPr lang="en-US" sz="8800" b="1" dirty="0">
                <a:latin typeface="Arial" panose="020B0604020202020204" pitchFamily="34" charset="0"/>
                <a:cs typeface="Arial" panose="020B0604020202020204" pitchFamily="34" charset="0"/>
              </a:rPr>
              <a:t>PawPal+ AI Assistant</a:t>
            </a:r>
            <a:br>
              <a:rPr lang="en-US" sz="8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Extending A Pet Care Scheduler into an AI-Powered System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7D41BC-7D1E-DB15-8FD6-49865E8E1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6101" y="4034613"/>
            <a:ext cx="6896559" cy="21617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Presentation by: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Jimmy Dani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Margaret Fero (CodePath)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AI110 – Foundations of AI Engineering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Applied AI Systems (Final Project)</a:t>
            </a:r>
          </a:p>
        </p:txBody>
      </p:sp>
    </p:spTree>
    <p:extLst>
      <p:ext uri="{BB962C8B-B14F-4D97-AF65-F5344CB8AC3E}">
        <p14:creationId xmlns:p14="http://schemas.microsoft.com/office/powerpoint/2010/main" val="1831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39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PawPal+ AI Assistant Extending A Pet Care Scheduler into an AI-Powered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Jimmy Dani</dc:creator>
  <cp:lastModifiedBy>Jimmy Dani</cp:lastModifiedBy>
  <cp:revision>11</cp:revision>
  <dcterms:created xsi:type="dcterms:W3CDTF">2026-04-25T18:18:57Z</dcterms:created>
  <dcterms:modified xsi:type="dcterms:W3CDTF">2026-04-25T18:46:49Z</dcterms:modified>
</cp:coreProperties>
</file>